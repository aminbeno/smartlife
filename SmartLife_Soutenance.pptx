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-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55449-DF69-4DA9-B058-AE19FD98EBA0}" type="datetimeFigureOut">
              <a:rPr lang="fr-FR" smtClean="0"/>
              <a:t>21/05/2026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99354-7F72-4518-850D-6B322625D5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988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4F46E5">
              <a:alpha val="28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108960"/>
            <a:ext cx="2560320" cy="256032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2560320" cy="78638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031" y="167166"/>
            <a:ext cx="839373" cy="83937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1094226"/>
            <a:ext cx="3200400" cy="29260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1123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SOUTENANCE DE PROJET ACADÉMIQUE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0040" y="1303612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SmartLife</a:t>
            </a:r>
            <a:endParaRPr lang="en-US" sz="5600" dirty="0"/>
          </a:p>
        </p:txBody>
      </p:sp>
      <p:sp>
        <p:nvSpPr>
          <p:cNvPr id="11" name="Shape 7"/>
          <p:cNvSpPr/>
          <p:nvPr/>
        </p:nvSpPr>
        <p:spPr>
          <a:xfrm>
            <a:off x="320040" y="3077777"/>
            <a:ext cx="1572768" cy="31089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3077777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6"/>
                </a:solidFill>
              </a:rPr>
              <a:t>Android / Kotlin</a:t>
            </a:r>
            <a:endParaRPr lang="en-US" sz="800" dirty="0">
              <a:solidFill>
                <a:schemeClr val="accent6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2011680" y="3077777"/>
            <a:ext cx="1572768" cy="310896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11680" y="3077777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1"/>
                </a:solidFill>
              </a:rPr>
              <a:t>FastAPI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703320" y="3077777"/>
            <a:ext cx="1572768" cy="31089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3077777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MongoDB</a:t>
            </a:r>
            <a:endParaRPr lang="en-US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394960" y="3077777"/>
            <a:ext cx="1572768" cy="31089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3077777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2"/>
                </a:solidFill>
              </a:rPr>
              <a:t>Groq AI (LLaMA 3)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086600" y="3077777"/>
            <a:ext cx="1572768" cy="310896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86600" y="3077777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</a:rPr>
              <a:t>Firebase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274320" y="4480560"/>
            <a:ext cx="8595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Mohammed Amine BENHADAR  •  Encadrant : M. Mohammed BOUSMAH  •  EMSI Orangers — 2025/2026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378621" y="3546231"/>
            <a:ext cx="4670709" cy="1482969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77800" dist="635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320020" y="3546231"/>
            <a:ext cx="58601" cy="148296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08759" y="4021370"/>
            <a:ext cx="3276014" cy="495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Amine BENHADAR
</a:t>
            </a: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Mohammed BOUSMAH
</a:t>
            </a: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Logiciel &amp; Informatique
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EMSI Orangers, Casablanca  ·  2025/2026</a:t>
            </a:r>
            <a:endParaRPr lang="en-US" sz="1250" dirty="0"/>
          </a:p>
        </p:txBody>
      </p:sp>
      <p:sp>
        <p:nvSpPr>
          <p:cNvPr id="26" name="Text 3"/>
          <p:cNvSpPr/>
          <p:nvPr/>
        </p:nvSpPr>
        <p:spPr>
          <a:xfrm>
            <a:off x="363408" y="2309452"/>
            <a:ext cx="44313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de Santé </a:t>
            </a:r>
            <a:r>
              <a:rPr lang="en-US" sz="1500" b="1" dirty="0" err="1" smtClean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</a:t>
            </a:r>
            <a:r>
              <a:rPr lang="en-US" sz="1500" b="1" dirty="0"/>
              <a:t> </a:t>
            </a:r>
            <a:r>
              <a:rPr lang="en-US" sz="1500" b="1" dirty="0" smtClean="0"/>
              <a:t> </a:t>
            </a:r>
            <a:r>
              <a:rPr lang="en-US" sz="1500" b="1" dirty="0" err="1" smtClean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piloté</a:t>
            </a:r>
            <a:r>
              <a:rPr lang="en-US" sz="1500" b="1" dirty="0" smtClean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l'Intelligence Artificielle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96628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179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6128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01368"/>
            <a:ext cx="502920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01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9293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1109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55117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551176"/>
            <a:ext cx="50292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6791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66090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300984"/>
            <a:ext cx="5029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33009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4290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41071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7200" y="405079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4050792"/>
            <a:ext cx="5029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050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17880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16052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6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132320" y="91440"/>
            <a:ext cx="1828800" cy="18288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7315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EF4444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F4444">
              <a:alpha val="82000"/>
            </a:srgbClr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lacunes du marché mHealth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SmartLife — EMSI Orangers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 SmartLife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4048" y="960120"/>
            <a:ext cx="2670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60120"/>
            <a:ext cx="267004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15544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Pas d'Intelligence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" y="201168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Les apps affichent des données brutes sans conseils IA adaptés.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18688" y="960120"/>
            <a:ext cx="2670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18688" y="960120"/>
            <a:ext cx="267004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005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0128" y="15544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GPS Discontinu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46704" y="201168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Le tracking s'interrompt dès l'arrière-plan Android.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53328" y="960120"/>
            <a:ext cx="2670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53328" y="960120"/>
            <a:ext cx="267004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1005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44768" y="15544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Outils Fragmentés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81344" y="201168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Pas de tracker GPS + agenda + chatbot intégré.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84048" y="3977640"/>
            <a:ext cx="8375904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77800" dist="635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605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97764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SmartLife : Coach IA · GPS continu · Calendrier hebdo · Carte OSMDroid — tout en un seul écosystème Android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7315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4F46E5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4F46E5">
              <a:alpha val="82000"/>
            </a:srgbClr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· Règles de gestion · Diagrammes UML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SmartLife — EMSI Orangers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32688"/>
            <a:ext cx="420624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✦  Fonctionnels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9047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538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(Firebase Auth)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9476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9110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GPS en temps réel (Foreground Service)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40487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3682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vocal — Groq LLaMA 3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86207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8254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hebdomadaire CRUD + cloud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31927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2826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d'activités &amp; statistiques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776472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37398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OSMDroid + tracé GPS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4754880" y="932688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754880" y="932688"/>
            <a:ext cx="402336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754880" y="932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✦  Non Fonctionnels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846320" y="1527048"/>
            <a:ext cx="1234440" cy="256032"/>
          </a:xfrm>
          <a:prstGeom prst="rect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846320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Performance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6172200" y="1517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Réponse Coach IA &lt; 2s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846320" y="1984248"/>
            <a:ext cx="1234440" cy="25603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846320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Batterie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172200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GPS optimisé &lt; 5%/h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46320" y="2441448"/>
            <a:ext cx="1234440" cy="256032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846320" y="2441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Ergonomie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6172200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Material Design 3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846320" y="2898648"/>
            <a:ext cx="1234440" cy="25603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846320" y="28986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Sécurité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6172200" y="2889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HTTPS + Firebase Token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846320" y="3355848"/>
            <a:ext cx="1234440" cy="25603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846320" y="3355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Disponibilité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172200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Gestion erreurs réseau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846320" y="3813048"/>
            <a:ext cx="1234440" cy="25603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846320" y="3813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Maintenabilité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6172200" y="3803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MVVM + Git atomique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32688"/>
            <a:ext cx="27889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Cas d'Utilisation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904" y="1371600"/>
            <a:ext cx="2679192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931920"/>
            <a:ext cx="2788920" cy="978408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96849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7 cas d'usage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Utilisateur · GPS Android · Groq AI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932688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932688"/>
            <a:ext cx="27889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4408" y="9326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Diagramme d'Activité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9272" y="1371600"/>
            <a:ext cx="2679192" cy="2514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64408" y="3931920"/>
            <a:ext cx="2788920" cy="97840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55848" y="396849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Flux vocal STT→LLM→TTS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Gestion erreurs réseau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8776" y="932688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08776" y="932688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08776" y="9326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Diagramme de Classes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1371600"/>
            <a:ext cx="2679192" cy="2514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08776" y="3931920"/>
            <a:ext cx="2788920" cy="97840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00216" y="396849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5 entités : User · Activity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AICoach · Schedule · Task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7315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06B6D4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6B6D4">
              <a:alpha val="82000"/>
            </a:srgbClr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· FastAPI · MongoDB · Groq AI · Firebase · OSMDroid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SmartLife — EMSI Orangers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8961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896112"/>
            <a:ext cx="64008" cy="19019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444752"/>
            <a:ext cx="685800" cy="685800"/>
          </a:xfrm>
          <a:prstGeom prst="ellipse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17904"/>
            <a:ext cx="539496" cy="539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&amp; MVVM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35024" y="1426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officielle Android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UI / logique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8961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896112"/>
            <a:ext cx="64008" cy="19019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444752"/>
            <a:ext cx="685800" cy="68580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517904"/>
            <a:ext cx="539496" cy="5394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79392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OSMDroid + GPS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79392" y="1426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libre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continu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6208" y="8961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6208" y="896112"/>
            <a:ext cx="64008" cy="19019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19088" y="1444752"/>
            <a:ext cx="685800" cy="6858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17904"/>
            <a:ext cx="539496" cy="539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 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223760" y="1426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· STT / TTS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contextualisés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47472" y="29535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47472" y="2953512"/>
            <a:ext cx="64008" cy="19019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3502152"/>
            <a:ext cx="685800" cy="6858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575304"/>
            <a:ext cx="539496" cy="5394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35024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MongoDB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35024" y="34838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 async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NoSQL documents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91840" y="29535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91840" y="2953512"/>
            <a:ext cx="64008" cy="19019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74720" y="3502152"/>
            <a:ext cx="685800" cy="68580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3575304"/>
            <a:ext cx="539496" cy="5394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79392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279392" y="34838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sécurisée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FCM push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36208" y="295351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236208" y="2953512"/>
            <a:ext cx="64008" cy="19019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19088" y="3502152"/>
            <a:ext cx="685800" cy="68580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575304"/>
            <a:ext cx="539496" cy="5394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2376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223760" y="34838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/ clair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MVVM — SmartLife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94A3B8"/>
                </a:solidFill>
              </a:rPr>
              <a:t>CLIENT ANDROID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840480" cy="749808"/>
          </a:xfrm>
          <a:prstGeom prst="rect">
            <a:avLst/>
          </a:prstGeom>
          <a:solidFill>
            <a:srgbClr val="4F46E5">
              <a:alpha val="86000"/>
            </a:srgbClr>
          </a:solidFill>
          <a:ln w="254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0700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20700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Activities · Fragments · XML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3840480" cy="749808"/>
          </a:xfrm>
          <a:prstGeom prst="rect">
            <a:avLst/>
          </a:prstGeom>
          <a:solidFill>
            <a:srgbClr val="06B6D4">
              <a:alpha val="86000"/>
            </a:srgbClr>
          </a:solidFill>
          <a:ln w="254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16712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216712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LiveData · StateFlow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3840480" cy="749808"/>
          </a:xfrm>
          <a:prstGeom prst="rect">
            <a:avLst/>
          </a:prstGeom>
          <a:solidFill>
            <a:srgbClr val="0D9488">
              <a:alpha val="86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12724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312724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Source unique de vérité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938528"/>
            <a:ext cx="12801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2084832"/>
            <a:ext cx="27432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898648"/>
            <a:ext cx="12801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3044952"/>
            <a:ext cx="27432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</a:rPr>
              <a:t>SOURCES DE DONNÉES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1828800" cy="594360"/>
          </a:xfrm>
          <a:prstGeom prst="rect">
            <a:avLst/>
          </a:prstGeom>
          <a:solidFill>
            <a:srgbClr val="F59E0B">
              <a:alpha val="86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3159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Room / SharedPrefs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4315968"/>
            <a:ext cx="1828800" cy="594360"/>
          </a:xfrm>
          <a:prstGeom prst="rect">
            <a:avLst/>
          </a:prstGeom>
          <a:solidFill>
            <a:srgbClr val="EF4444">
              <a:alpha val="86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43159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Retrofit / FastAPI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868680"/>
            <a:ext cx="54864" cy="40416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0" dirty="0">
                <a:solidFill>
                  <a:srgbClr val="94A3B8"/>
                </a:solidFill>
              </a:rPr>
              <a:t>SERVICES &amp; BACKEND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207008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07008"/>
            <a:ext cx="64008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243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GpsTrackingService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Foreground Service · GPS temps réel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Tracé OSMDroid continu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21408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12140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2157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Groq AI — LLaMA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Score discipline · Conseils santé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STT / TTS vocal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035808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035808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3072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Firebase Auth + FCM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9744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Sessions sécurisées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Notifications push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950208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950208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FastAPI + MongoDB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Persistance NoSQL · API 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Sync temps réel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7315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10B981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0B981">
              <a:alpha val="82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écrans fonctionnels sur appareil Android réel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SmartLife — EMSI Orangers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Réalisés — 10 Écrans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3268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32688"/>
            <a:ext cx="27889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966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978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Authentification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435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Firebase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856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5 champs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76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persistante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93268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932688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966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978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 Utilisateur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1435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+ infos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01568" y="1856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profil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1568" y="2276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/users/{uid}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36208" y="93268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6208" y="932688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99669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47688" y="978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45936" y="1435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82%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45936" y="1856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semaine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45936" y="2276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IA du jour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47472" y="294436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47472" y="2944368"/>
            <a:ext cx="27889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0837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8952" y="2990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&amp; Carte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34472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OSMDroid OpenStreetMap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38679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temps réel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4288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lieu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91840" y="294436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91840" y="2944368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08376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03320" y="2990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Coach IA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401568" y="34472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STT / TTS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401568" y="38679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Groq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401568" y="4288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conseils perso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36208" y="2944368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236208" y="2944368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008376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47688" y="2990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Planning &amp; Journal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345936" y="34472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hebdo CRUD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345936" y="38679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trié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345936" y="4288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Planifier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7315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F59E0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59E0B">
              <a:alpha val="82000"/>
            </a:srgbClr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accomplie et évolutions envisagées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SmartLife — EMSI Orangers 2025/2026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4160520" cy="242316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28600"/>
            <a:ext cx="41605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Réalisations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9494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66751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écrans fonctionnels sur appareil réel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6984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04241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Coach IA vocal Groq / LLaMA 3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141732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GPS continu (Foreground Service)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1965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17922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Carte OSMDroid + tracé de parcours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216712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+ MongoDB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320040" y="2788920"/>
            <a:ext cx="4160520" cy="21488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320040" y="2788920"/>
            <a:ext cx="4160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20040" y="2788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  Perspectives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11480" y="3246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WearOS — fréquence cardiaque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11480" y="36484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ML — baisses de motivation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11480" y="40507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 Room + sync différée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11480" y="4453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— défis &amp; classements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57200"/>
            <a:ext cx="914400" cy="9144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37760" y="1417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5200" dirty="0"/>
          </a:p>
        </p:txBody>
      </p:sp>
      <p:sp>
        <p:nvSpPr>
          <p:cNvPr id="25" name="Text 17"/>
          <p:cNvSpPr/>
          <p:nvPr/>
        </p:nvSpPr>
        <p:spPr>
          <a:xfrm>
            <a:off x="493776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4937760" y="3063240"/>
            <a:ext cx="34747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937760" y="32004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Amine BENHADAR
</a:t>
            </a: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M. Mohammed BOUSMAH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EMSI Orangers — 2025/2026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937760" y="446227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F46E5">
              <a:alpha val="8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93776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Kotlin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943600" y="446227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94360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949440" y="446227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94944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 AI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7955280" y="446227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7C3AED">
              <a:alpha val="8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95528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MVVM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666</Words>
  <Application>Microsoft Office PowerPoint</Application>
  <PresentationFormat>On-screen Show (16:9)</PresentationFormat>
  <Paragraphs>193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amine benhadar</cp:lastModifiedBy>
  <cp:revision>5</cp:revision>
  <dcterms:created xsi:type="dcterms:W3CDTF">2026-05-21T08:38:46Z</dcterms:created>
  <dcterms:modified xsi:type="dcterms:W3CDTF">2026-05-21T09:32:36Z</dcterms:modified>
</cp:coreProperties>
</file>